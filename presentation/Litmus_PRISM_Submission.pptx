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[TO FILL]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[TO FILL]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98.2%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526280"/>
            <a:ext cx="107899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Claude Code as AI pair-engineer (see AI disclosure)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0.962 -&gt; 0.987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MRR@10 on the representative subset (dense -&gt; Litmus)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subset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308131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full-corpus MTEB JSON: pending (~6-7 h CPU run; script ready)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Subset corpus (1,000 snippets) is easier than the full 8,765 - compare stages, not leaderboard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priors, not fitted;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Official score:</a:t>
            </a:r>
            <a:r>
              <a:rPr b="0" sz="2000">
                <a:solidFill>
                  <a:srgbClr val="1B1B2F"/>
                </a:solidFill>
                <a:latin typeface="Calibri"/>
              </a:rPr>
              <a:t> finish the full-corpus MTEB run and publish the JSON in the GitHub release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92.5% of 600 sampled test queries; 0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MTEB path (AbsEncoder + SearchProtocol), every number scripted, pending items labelled, AI disclosure.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[TO FILL]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Release tag v1.0.0 + MTEB result JSON</a:t>
            </a:r>
            <a:r>
              <a:rPr sz="2200" b="1">
                <a:solidFill>
                  <a:srgbClr val="704EA6"/>
                </a:solidFill>
              </a:rPr>
              <a:t>  -&gt;  tag prepared; JSON pending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