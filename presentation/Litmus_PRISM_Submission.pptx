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4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 (Theme 1: Agentic Code Intelligence)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Code Alchemist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–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Thapar Institute Of Engineering and Technology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Kanika Sahni , ksahni_be24@thapar.edu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Abhinandan Wadhwa , awadhwa_be24@thapar.edu</a:t>
            </a:r>
            <a:endParaRPr dirty="0"/>
          </a:p>
          <a:p>
            <a:pPr marR="0" lvl="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</a:t>
            </a:r>
            <a:r>
              <a:rPr lang="en-US" sz="16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link - [TO FILL]</a:t>
            </a:r>
            <a:endParaRPr dirty="0"/>
          </a:p>
          <a:p>
            <a:pPr marL="177800" marR="0" lvl="0" indent="-762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 dirty="0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sz="1600" b="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Task:</a:t>
            </a:r>
            <a:r>
              <a:rPr sz="1600" b="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sz="1600" b="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sz="1600" b="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sz="1600" b="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Constraint:</a:t>
            </a:r>
            <a:r>
              <a:rPr sz="1600" b="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98.4%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685800" y="4526280"/>
            <a:ext cx="1078992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sz="1500" b="1">
                <a:solidFill>
                  <a:srgbClr val="704EA6"/>
                </a:solidFill>
                <a:latin typeface="Calibri"/>
              </a:rPr>
              <a:t>Common gap:</a:t>
            </a:r>
            <a:r>
              <a:rPr sz="1500" b="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704EA6"/>
                </a:solidFill>
                <a:latin typeface="Calibri"/>
              </a:rPr>
              <a:t>Versions:</a:t>
            </a:r>
            <a:r>
              <a:rPr sz="1500" b="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body" idx="1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sz="1400" b="1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sz="1400" b="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704EA6"/>
                </a:solidFill>
                <a:latin typeface="Calibri"/>
              </a:rPr>
              <a:t>Run:</a:t>
            </a:r>
            <a:r>
              <a:rPr sz="1300" b="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endParaRPr/>
          </a:p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Claude Code as AI pair-engineer (see AI disclosure)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1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AI coding agents:</a:t>
            </a:r>
            <a:r>
              <a:rPr sz="1600" b="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sz="1600" b="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sz="1600" b="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sz="1600" b="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0.962 -&gt; 0.987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MRR@10 on the representative subset (dense -&gt; Litmus)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endParaRPr/>
          </a:p>
        </p:txBody>
      </p:sp>
      <p:pic>
        <p:nvPicPr>
          <p:cNvPr id="139" name="Picture 138" descr="subset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308131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full-corpus MTEB JSON: pending (~6-7 h CPU run; script ready)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Subset corpus (1,000 snippets) is easier than the full 8,765 - compare stages, not leaderboard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priors, not fitted;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sz="2000" b="1">
                <a:solidFill>
                  <a:srgbClr val="704EA6"/>
                </a:solidFill>
                <a:latin typeface="Calibri"/>
              </a:rPr>
              <a:t>Official score:</a:t>
            </a:r>
            <a:r>
              <a:rPr sz="2000" b="0">
                <a:solidFill>
                  <a:srgbClr val="1B1B2F"/>
                </a:solidFill>
                <a:latin typeface="Calibri"/>
              </a:rPr>
              <a:t> finish the full-corpus MTEB run and publish the JSON in the GitHub release</a:t>
            </a:r>
            <a:endParaRPr/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704EA6"/>
                </a:solidFill>
                <a:latin typeface="Calibri"/>
              </a:rPr>
              <a:t>Learned fusion:</a:t>
            </a:r>
            <a:r>
              <a:rPr sz="2000" b="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704EA6"/>
                </a:solidFill>
                <a:latin typeface="Calibri"/>
              </a:rPr>
              <a:t>More evidence:</a:t>
            </a:r>
            <a:r>
              <a:rPr sz="2000" b="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sz="2000" b="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704EA6"/>
                </a:solidFill>
                <a:latin typeface="Calibri"/>
              </a:rPr>
              <a:t>Scale-out:</a:t>
            </a:r>
            <a:r>
              <a:rPr sz="2000" b="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sz="2000" b="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endParaRPr/>
          </a:p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90.8% of 600 sampled test queries; 1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MTEB path (AbsEncoder + SearchProtocol), every number scripted, pending items labelled, AI disclosure.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[TO FILL]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[TO FILL]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Release tag v1.0.0 + MTEB result JSON</a:t>
            </a:r>
            <a:r>
              <a:rPr sz="2200" b="1">
                <a:solidFill>
                  <a:srgbClr val="704EA6"/>
                </a:solidFill>
              </a:rPr>
              <a:t>  -&gt;  tag prepared; JSON pending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1360</Words>
  <Application>Microsoft Office PowerPoint</Application>
  <PresentationFormat>Widescreen</PresentationFormat>
  <Paragraphs>131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kanika sahni</cp:lastModifiedBy>
  <cp:revision>1</cp:revision>
  <dcterms:created xsi:type="dcterms:W3CDTF">2026-09-07T12:01:01Z</dcterms:created>
  <dcterms:modified xsi:type="dcterms:W3CDTF">2026-09-30T18:15:33Z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