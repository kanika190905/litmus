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[TO FILL] (Theme 1: Agentic Code Intelligence)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[TO FILL]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600" b="1">
                <a:solidFill>
                  <a:srgbClr val="704EA6"/>
                </a:solidFill>
              </a:rPr>
              <a:t>Project - Litmus: execution-verified, version-aware code retrieval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685800" y="1600200"/>
            <a:ext cx="66751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Theme 1 - Agentic Code Intelligence:</a:t>
            </a:r>
            <a:r>
              <a:rPr b="0" sz="1600">
                <a:solidFill>
                  <a:srgbClr val="1B1B2F"/>
                </a:solidFill>
                <a:latin typeface="Calibri"/>
              </a:rPr>
              <a:t> agents must find the right code before they can fix or extend it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Task:</a:t>
            </a:r>
            <a:r>
              <a:rPr b="0" sz="1600">
                <a:solidFill>
                  <a:srgbClr val="1B1B2F"/>
                </a:solidFill>
                <a:latin typeface="Calibri"/>
              </a:rPr>
              <a:t> given a code library and a natural-language query, rank the code snippets by relevance (retrieval only - generation is out of scope)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P0 Retrieval accuracy:</a:t>
            </a:r>
            <a:r>
              <a:rPr b="0" sz="1600">
                <a:solidFill>
                  <a:srgbClr val="1B1B2F"/>
                </a:solidFill>
                <a:latin typeface="Calibri"/>
              </a:rPr>
              <a:t> screened on the CoIR-apps test split with NDCG@10 and MRR (MTEB AppsRetrieval)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P1 Retrieval across versions:</a:t>
            </a:r>
            <a:r>
              <a:rPr b="0" sz="1600">
                <a:solidFill>
                  <a:srgbClr val="1B1B2F"/>
                </a:solidFill>
                <a:latin typeface="Calibri"/>
              </a:rPr>
              <a:t> rebuild indexes / caches for any version in reasonable time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Bonus Evolutionary retrieval:</a:t>
            </a:r>
            <a:r>
              <a:rPr b="0" sz="1600">
                <a:solidFill>
                  <a:srgbClr val="1B1B2F"/>
                </a:solidFill>
                <a:latin typeface="Calibri"/>
              </a:rPr>
              <a:t> rank across all versions, where snippets are near-identical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Constraint: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CPU, minimal GPU; faster than an LLM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35240" y="1691640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What the benchmark really looks like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3,765 test queries = full competitive-programming statements (median 458 tokens; 17 in Russian)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8,765 Python solutions (5,000 belong to train problems = distractors)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exactly 1 relevant snippet per query; identifiers carry almost no signal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Key observation: 98.2% of test queries contain sample tests (Input -&gt; Output)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-&gt; a candidate can be executed and checked, not just compared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685800" y="4526280"/>
            <a:ext cx="107899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Common gap:</a:t>
            </a:r>
            <a:r>
              <a:rPr b="0" sz="1500">
                <a:solidFill>
                  <a:srgbClr val="1B1B2F"/>
                </a:solidFill>
                <a:latin typeface="Calibri"/>
              </a:rPr>
              <a:t> every approach ranks by similarity only - none checks whether a snippet actually does what the query asks</a:t>
            </a:r>
          </a:p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Versions:</a:t>
            </a:r>
            <a:r>
              <a:rPr b="0" sz="1500">
                <a:solidFill>
                  <a:srgbClr val="1B1B2F"/>
                </a:solidFill>
                <a:latin typeface="Calibri"/>
              </a:rPr>
              <a:t> near-duplicate snippets (Bonus) are indistinguishable to embeddings; indexes are usually rebuilt from scratch per version (P1)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85800" y="16002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463040"/>
                <a:gridCol w="457200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 (published MTEB AppsRetrieval)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BM25 (lexical)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problem text and code share almost no words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General text embedders (OpenAI-3-large / e5-mistral-7B)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0.285 / 0.235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not trained for NL -&gt; code semantics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Code-aware embedders, CPU-size (F2LLM-v2-0.6B)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ranks by similarity: a one-token bug looks identical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Large embedders / APIs (F2LLM-v2-8B, Gemini-embedding-2)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0.964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4-14B params or cloud API - not CPU / on-device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LLM re-ranking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slow, context-limited, needs GPU (per the theme brief)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3637E"/>
                </a:solidFill>
                <a:latin typeface="Calibri"/>
              </a:rPr>
              <a:t>Source: public MTEB results repository (embeddings-benchmark/results), AppsRetrieval test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685800" y="544068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400">
                <a:solidFill>
                  <a:srgbClr val="704EA6"/>
                </a:solidFill>
                <a:latin typeface="Calibri"/>
              </a:rPr>
              <a:t>Search, then verify:</a:t>
            </a:r>
            <a:r>
              <a:rPr b="0" sz="1400">
                <a:solidFill>
                  <a:srgbClr val="1B1B2F"/>
                </a:solidFill>
                <a:latin typeface="Calibri"/>
              </a:rPr>
              <a:t> dense recall finds candidates; executing them on the query's own sample tests decides the ranking. Every vector and execution result is content-addressed, so versions share work.</a:t>
            </a:r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0881360" cy="5140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300">
                <a:solidFill>
                  <a:srgbClr val="704EA6"/>
                </a:solidFill>
                <a:latin typeface="Calibri"/>
              </a:rPr>
              <a:t>Run:</a:t>
            </a:r>
            <a:r>
              <a:rPr b="0" sz="1300">
                <a:solidFill>
                  <a:srgbClr val="1B1B2F"/>
                </a:solidFill>
                <a:latin typeface="Calibri"/>
              </a:rPr>
              <a:t> litmus serve -&gt; http://127.0.0.1:8000   |   CLI: litmus search @demo/queries/q5287.txt --store apps-demo --version all</a:t>
            </a:r>
          </a:p>
        </p:txBody>
      </p:sp>
      <p:pic>
        <p:nvPicPr>
          <p:cNvPr id="121" name="Picture 120" descr="demo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5760720" cy="41405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685800" y="546811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B1B2F"/>
                </a:solidFill>
                <a:latin typeface="Calibri"/>
              </a:rPr>
              <a:t>Real test query q6018: dense retrieval ranks the ground truth #4; it is the only candidate that reproduces all 4 sample outputs -&gt; Litmus #1 (20 candidates verified in ~20 ms).</a:t>
            </a:r>
          </a:p>
        </p:txBody>
      </p:sp>
      <p:pic>
        <p:nvPicPr>
          <p:cNvPr id="123" name="Picture 122" descr="demo_ver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4892040" cy="3057525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675120" y="452628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200" b="1">
                <a:solidFill>
                  <a:srgbClr val="704EA6"/>
                </a:solidFill>
                <a:latin typeface="Calibri"/>
              </a:rPr>
              <a:t>Across all versions (Bonus)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q5287: v2 regression 'n // 2' -&gt; 'n // 3' is dense #2; it fails 0/3 examples and drops to #4.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The correct content (identical in v1 and v3) ranks #1 with 3/3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6858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Retrieval model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codefuse-ai/F2LLM-v2-0.6B (Apache-2.0)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sentence-transformers + PyTorch CPU fp32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batch-1 CPU inference (2.7x faster)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MTEB 2.21 - AppsRetrieval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HF datasets (CoIR-apps, pinned revision)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own NDCG / MRR / Recall checks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010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Execution sandbox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persistent Python worker pool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PEP 578 audit hooks, fd redirection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Job Objects / RLIMIT_AS, watchdog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Versioned storage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content-addressed SQLite caches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JSON manifests (git-tree style)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ingest: dir, JSONL, git ref, AST chunks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Product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FastAPI + Uvicorn API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single-page web UI (no build step)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`litmus` CLI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010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Engineering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pytest suite (fake embedder)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Python 3.12, Windows + Linux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Claude Code as AI pair-engineer (see AI disclosure)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685800" y="1600200"/>
            <a:ext cx="67665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AI coding agents:</a:t>
            </a:r>
            <a:r>
              <a:rPr b="0" sz="1600">
                <a:solidFill>
                  <a:srgbClr val="1B1B2F"/>
                </a:solidFill>
                <a:latin typeface="Calibri"/>
              </a:rPr>
              <a:t> fetch code that is proven to behave as asked before editing it - fewer wrong-file edits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Regression hunting: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'which version still passes this failing example?' - search across versions by behaviour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On-device / air-gapped code search: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 only, no code leaves the machine - fits internal code bases</a:t>
            </a:r>
          </a:p>
          <a:p>
            <a:pPr>
              <a:spcBef>
                <a:spcPts val="600"/>
              </a:spcBef>
            </a:pPr>
            <a:r>
              <a:rPr b="0" sz="1600">
                <a:solidFill>
                  <a:srgbClr val="1B1B2F"/>
                </a:solidFill>
                <a:latin typeface="Calibri"/>
              </a:rPr>
              <a:t>Incremental indexing for fast-moving repos: a commit costs only the changed functions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Explainable ranking: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every result shows the evidence (outputs vs expected), not just a score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384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704EA6"/>
                </a:solidFill>
                <a:latin typeface="Calibri"/>
              </a:rPr>
              <a:t>0.962 -&gt; 0.987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MRR@10 on the representative subset (dense -&gt; Litmus)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3840" y="288036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9D8F"/>
                </a:solidFill>
                <a:latin typeface="Calibri"/>
              </a:rPr>
              <a:t>30.0% -&gt; 10.0%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buggy version ranked above the correct one (all-versions search)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0" y="4069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8A0"/>
                </a:solidFill>
                <a:latin typeface="Calibri"/>
              </a:rPr>
              <a:t>50 of 995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snippets re-embedded to index a new version (only the changed ones)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pic>
        <p:nvPicPr>
          <p:cNvPr id="139" name="Picture 138" descr="subset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760720" cy="3081315"/>
          </a:xfrm>
          <a:prstGeom prst="rect">
            <a:avLst/>
          </a:prstGeom>
        </p:spPr>
      </p:pic>
      <p:pic>
        <p:nvPicPr>
          <p:cNvPr id="140" name="Picture 139" descr="evolution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486400" cy="2679405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85800" y="480060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636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400" b="1">
                <a:solidFill>
                  <a:srgbClr val="63637E"/>
                </a:solidFill>
                <a:latin typeface="Calibri"/>
              </a:rPr>
              <a:t>Limitations (honest)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Official full-corpus MTEB JSON: pending (~6-7 h CPU run; script ready)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Subset corpus (1,000 snippets) is easier than the full 8,765 - compare stages, not leaderboard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Fusion weights are hand-set priors, not fitted; queries without sample tests fall back to dense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2000">
                <a:solidFill>
                  <a:srgbClr val="704EA6"/>
                </a:solidFill>
                <a:latin typeface="Calibri"/>
              </a:rPr>
              <a:t>Official score:</a:t>
            </a:r>
            <a:r>
              <a:rPr b="0" sz="2000">
                <a:solidFill>
                  <a:srgbClr val="1B1B2F"/>
                </a:solidFill>
                <a:latin typeface="Calibri"/>
              </a:rPr>
              <a:t> finish the full-corpus MTEB run and publish the JSON in the GitHub release</a:t>
            </a:r>
            <a:endParaRPr/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Learned fusion: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fit the evidence weights on the CoIR train split (5,000 queries) instead of hand-set priors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More evidence:</a:t>
            </a:r>
            <a:r>
              <a:rPr b="0" sz="2000">
                <a:solidFill>
                  <a:srgbClr val="1B1B2F"/>
                </a:solidFill>
                <a:latin typeface="Calibri"/>
              </a:rPr>
              <a:t> function-level harnesses (Solution().method calls) and generated extra test inputs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Diff-aware queries:</a:t>
            </a:r>
            <a:r>
              <a:rPr b="0" sz="2000">
                <a:solidFill>
                  <a:srgbClr val="1B1B2F"/>
                </a:solidFill>
                <a:latin typeface="Calibri"/>
              </a:rPr>
              <a:t> 'which commit changed the parsing of X?' using version deltas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Scale-out:</a:t>
            </a:r>
            <a:r>
              <a:rPr b="0" sz="2000">
                <a:solidFill>
                  <a:srgbClr val="1B1B2F"/>
                </a:solidFill>
                <a:latin typeface="Calibri"/>
              </a:rPr>
              <a:t> HNSW index, OpenVINO / ONNX int8 with calibration, container sandbox (gVisor)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IDE / agent integration: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expose search + verify as a tool for coding 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6858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Verify, don't just match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Executes candidates on the query's own examples. Gold solution passes all its examples in 92.5% of 600 sampled test queries; 0 of 3,000 random snippets do.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Versions by construction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Git-tree-like manifests + content-addressed vectors and execution results: a new version costs only what changed; reverts cost nothing.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Evolution-aware ranking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Near-identical versions are separated by behaviour, not text; regressions drop below correct versions.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CPU-first, measured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bf16 -&gt; fp32, batch-1 (2.7x), persistent sandbox workers (ms per check); int8 rejected on measured fidelity.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3434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Robust to real data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Russian statements, AtCoder/Codeforces/CodeChef formats, Python-2 and function-body snippets, numpy.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Honest and reproducible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Official MTEB path (AbsEncoder + SearchProtocol), every number scripted, pending items labelled, AI disclosure.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r>
              <a:rPr sz="2200" b="1">
                <a:solidFill>
                  <a:srgbClr val="704EA6"/>
                </a:solidFill>
              </a:rPr>
              <a:t>  -&gt;  Y - repository prepared; public link: [TO FILL]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r>
              <a:rPr sz="2200" b="1">
                <a:solidFill>
                  <a:srgbClr val="704EA6"/>
                </a:solidFill>
              </a:rPr>
              <a:t>  -&gt;  [TO FILL] (link after recording)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r>
              <a:rPr sz="2200">
                <a:solidFill>
                  <a:srgbClr val="63637E"/>
                </a:solidFill>
              </a:rPr>
              <a:t>AI disclosure (AI_DISCLOSURE.md)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  <a:p>
            <a:r>
              <a:rPr sz="2200">
                <a:solidFill>
                  <a:srgbClr val="63637E"/>
                </a:solidFill>
              </a:rPr>
              <a:t>APK / SDK</a:t>
            </a:r>
            <a:r>
              <a:rPr sz="2200" b="1">
                <a:solidFill>
                  <a:srgbClr val="704EA6"/>
                </a:solidFill>
              </a:rPr>
              <a:t>  -&gt;  N/A - Python package + web app, no mobile component</a:t>
            </a:r>
          </a:p>
          <a:p>
            <a:r>
              <a:rPr sz="2200">
                <a:solidFill>
                  <a:srgbClr val="63637E"/>
                </a:solidFill>
              </a:rPr>
              <a:t>Release tag v1.0.0 + MTEB result JSON</a:t>
            </a:r>
            <a:r>
              <a:rPr sz="2200" b="1">
                <a:solidFill>
                  <a:srgbClr val="704EA6"/>
                </a:solidFill>
              </a:rPr>
              <a:t>  -&gt;  tag prepared; JSON pending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